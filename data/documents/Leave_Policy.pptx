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Leave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Leave Management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company offers a comprehensive leave policy designed to support employee wellbeing and work-life balance.</a:t>
            </a:r>
          </a:p>
          <a:p/>
          <a:p>
            <a:r>
              <a:t>Leave Types:</a:t>
            </a:r>
          </a:p>
          <a:p>
            <a:r>
              <a:t>• Casual Leave: 12 days</a:t>
            </a:r>
          </a:p>
          <a:p>
            <a:r>
              <a:t>• Sick Leave: 10 days</a:t>
            </a:r>
          </a:p>
          <a:p>
            <a:r>
              <a:t>• Earned Leave: 18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Casual Leave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Casual Leave: 12 days per year</a:t>
            </a:r>
          </a:p>
          <a:p/>
          <a:p>
            <a:r>
              <a:t>• For urgent personal matters</a:t>
            </a:r>
          </a:p>
          <a:p>
            <a:r>
              <a:t>• Minimum 1 day, maximum 3 consecutive days</a:t>
            </a:r>
          </a:p>
          <a:p>
            <a:r>
              <a:t>• Requires manager approval</a:t>
            </a:r>
          </a:p>
          <a:p>
            <a:r>
              <a:t>• Cannot be clubbed with other leave types</a:t>
            </a:r>
          </a:p>
          <a:p>
            <a:r>
              <a:t>• Unused casual leaves lapse at year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Sick Leave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Sick Leave: 10 days per year</a:t>
            </a:r>
          </a:p>
          <a:p/>
          <a:p>
            <a:r>
              <a:t>• For medical emergencies and illness</a:t>
            </a:r>
          </a:p>
          <a:p>
            <a:r>
              <a:t>• Medical certificate required for 3+ consecutive days</a:t>
            </a:r>
          </a:p>
          <a:p>
            <a:r>
              <a:t>• Unused sick leaves lapse at year end</a:t>
            </a:r>
          </a:p>
          <a:p>
            <a:r>
              <a:t>• Can be used for immediate family medical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Earned Leave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Earned Leave: 18 days per year</a:t>
            </a:r>
          </a:p>
          <a:p/>
          <a:p>
            <a:r>
              <a:t>• Accrues monthly (1.5 days per month)</a:t>
            </a:r>
          </a:p>
          <a:p>
            <a:r>
              <a:t>• Maximum accumulation: 45 days</a:t>
            </a:r>
          </a:p>
          <a:p>
            <a:r>
              <a:t>• Requires 2 weeks advance notice</a:t>
            </a:r>
          </a:p>
          <a:p>
            <a:r>
              <a:t>• Encashment allowed up to 30 days at retirement/separation</a:t>
            </a:r>
          </a:p>
          <a:p>
            <a:r>
              <a:t>• Can be clubbed with other leave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 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Leave Request → Reporting Manager → HR Approval</a:t>
            </a:r>
          </a:p>
          <a:p/>
          <a:p>
            <a:r>
              <a:t>• 1-3 days: Manager approval only</a:t>
            </a:r>
          </a:p>
          <a:p>
            <a:r>
              <a:t>• 4-10 days: Manager + HR approval</a:t>
            </a:r>
          </a:p>
          <a:p>
            <a:r>
              <a:t>• 10+ days: Manager + HR + Director approval</a:t>
            </a:r>
          </a:p>
          <a:p>
            <a:r>
              <a:t>• Emergency leave: Inform manager within 24 hours</a:t>
            </a:r>
          </a:p>
          <a:p>
            <a:r>
              <a:t>• All leaves must be applied through the HRMS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Holiday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Holidays (2026):</a:t>
            </a:r>
          </a:p>
          <a:p/>
          <a:p>
            <a:r>
              <a:t>• Republic Day: January 26</a:t>
            </a:r>
          </a:p>
          <a:p>
            <a:r>
              <a:t>• Holi: March 14</a:t>
            </a:r>
          </a:p>
          <a:p>
            <a:r>
              <a:t>• Independence Day: August 15</a:t>
            </a:r>
          </a:p>
          <a:p>
            <a:r>
              <a:t>• Diwali: November 1 (plus optional day)</a:t>
            </a:r>
          </a:p>
          <a:p>
            <a:r>
              <a:t>• Christmas: December 25</a:t>
            </a:r>
          </a:p>
          <a:p/>
          <a:p>
            <a:r>
              <a:t>Total: 10 fixed holidays + 2 floating holidays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 FAQs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Can I carry forward unused leaves?</a:t>
            </a:r>
          </a:p>
          <a:p>
            <a:r>
              <a:t>A: Earned Leave can be carried forward up to 45 days.</a:t>
            </a:r>
          </a:p>
          <a:p/>
          <a:p>
            <a:r>
              <a:t>Q: What is the notice period for leave?</a:t>
            </a:r>
          </a:p>
          <a:p>
            <a:r>
              <a:t>A: 2 weeks for Earned Leave, 1 day for Casual/Sick Leave.</a:t>
            </a:r>
          </a:p>
          <a:p/>
          <a:p>
            <a:r>
              <a:t>Q: Can I encash my leaves?</a:t>
            </a:r>
          </a:p>
          <a:p>
            <a:r>
              <a:t>A: Earned Leave encashment is allowed up to 30 days.</a:t>
            </a:r>
          </a:p>
          <a:p/>
          <a:p>
            <a:r>
              <a:t>Q: What happens to leaves during notice period?</a:t>
            </a:r>
          </a:p>
          <a:p>
            <a:r>
              <a:t>A: Unused Earned Leave is encashed in full and final settlement.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